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8" r:id="rId19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9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640080"/>
            <a:ext cx="3063240" cy="53949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23960" y="1078992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23960" y="2487168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3895344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303520" cy="1554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4200" b="1">
                <a:solidFill>
                  <a:srgbClr val="F0F8FF"/>
                </a:solidFill>
              </a:rPr>
              <a:t>Smart Campus</a:t>
            </a:r>
          </a:p>
          <a:p>
            <a:pPr algn="l"/>
            <a:r>
              <a:rPr sz="4200" b="1">
                <a:solidFill>
                  <a:srgbClr val="F0F8FF"/>
                </a:solidFill>
              </a:rPr>
              <a:t>Connect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60520"/>
            <a:ext cx="2194560" cy="73152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wrap="square" lIns="164592" rIns="109728" tIns="109728" anchor="ctr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1">
                <a:solidFill>
                  <a:srgbClr val="E0F2FE"/>
                </a:solidFill>
                <a:latin typeface="Aptos"/>
              </a:rPr>
              <a:t>N.Vennela (24KB1A05CA)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E0F2FE"/>
                </a:solidFill>
                <a:latin typeface="Aptos"/>
              </a:rPr>
              <a:t>N.Haswitha (24KB1A05CC)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E0F2FE"/>
                </a:solidFill>
                <a:latin typeface="Aptos"/>
              </a:rPr>
              <a:t>G.Sushma (24KB1A05J1)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E0F2FE"/>
                </a:solidFill>
                <a:latin typeface="Aptos"/>
              </a:rPr>
              <a:t>K.Hansika (24KB1A05U6)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E0F2FE"/>
                </a:solidFill>
                <a:latin typeface="Aptos"/>
              </a:rPr>
              <a:t>B.Sai Shivani (24KB1A0551)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01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Campus information and services can be scattered across different channels.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49240" cy="338328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64008" cy="3383280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496519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Challenges for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24328"/>
            <a:ext cx="4956048" cy="2615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Events and announcements may be easy to miss.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Attendance and academic results can take extra effort to check.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Lost items and campus questions need a shared place.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Service requests and discussions may be spread across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349240" cy="338328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64008" cy="3383280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130552"/>
            <a:ext cx="496519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24328"/>
            <a:ext cx="4956048" cy="2615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Bring common student services into one portal.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Make campus updates easier to find.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Support interaction between students and campus staff.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Reduce repeated manual communication where possible.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5CDC9F"/>
                </a:solidFill>
                <a:latin typeface="Aptos"/>
              </a:rPr>
              <a:t>Project focus: convenience, access to information, and campus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02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Our Solution: Smart Campus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A centralized web application for important academic and campus activities.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5230368" cy="12801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93392"/>
            <a:ext cx="73152" cy="1280160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F4F7FF"/>
                </a:solidFill>
                <a:latin typeface="Aptos"/>
              </a:rPr>
              <a:t>Academic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46177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B0BED6"/>
                </a:solidFill>
                <a:latin typeface="Aptos"/>
              </a:rPr>
              <a:t>Attendance and academic results in one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1993392"/>
            <a:ext cx="5230368" cy="12801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7" y="1993392"/>
            <a:ext cx="73152" cy="1280160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634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F4F7FF"/>
                </a:solidFill>
                <a:latin typeface="Aptos"/>
              </a:rPr>
              <a:t>Campus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15184"/>
            <a:ext cx="46177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B0BED6"/>
                </a:solidFill>
                <a:latin typeface="Aptos"/>
              </a:rPr>
              <a:t>Discover events and register online.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93592"/>
            <a:ext cx="5230368" cy="12801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93592"/>
            <a:ext cx="73152" cy="1280160"/>
          </a:xfrm>
          <a:prstGeom prst="rect">
            <a:avLst/>
          </a:prstGeom>
          <a:solidFill>
            <a:srgbClr val="5CD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76472"/>
            <a:ext cx="46634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F4F7FF"/>
                </a:solidFill>
                <a:latin typeface="Aptos"/>
              </a:rPr>
              <a:t>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15384"/>
            <a:ext cx="46177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B0BED6"/>
                </a:solidFill>
                <a:latin typeface="Aptos"/>
              </a:rPr>
              <a:t>Discussion forum and student interaction.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593592"/>
            <a:ext cx="5230368" cy="12801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3593592"/>
            <a:ext cx="73152" cy="1280160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76472"/>
            <a:ext cx="46634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F4F7FF"/>
                </a:solidFill>
                <a:latin typeface="Aptos"/>
              </a:rPr>
              <a:t>Campus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15384"/>
            <a:ext cx="46177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B0BED6"/>
                </a:solidFill>
                <a:latin typeface="Aptos"/>
              </a:rPr>
              <a:t>Lost-and-found and service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03 •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Designed to make everyday campus tasks simpler and more accessible.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493008" cy="1389888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75688"/>
            <a:ext cx="502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FDCD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075688"/>
            <a:ext cx="2468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Centralize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42032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Bring useful student features together in one portal.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920240"/>
            <a:ext cx="3493008" cy="1389888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2075688"/>
            <a:ext cx="502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FDCD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2075688"/>
            <a:ext cx="2468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Improve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542032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Make announcements and academic information easier to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920240"/>
            <a:ext cx="3493008" cy="1389888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75688"/>
            <a:ext cx="502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FDCDA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075688"/>
            <a:ext cx="2468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Encourage participation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42032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Help students discover and register for campus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11880"/>
            <a:ext cx="3493008" cy="1389888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767328"/>
            <a:ext cx="502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FDCDA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767328"/>
            <a:ext cx="2468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Support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33672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Provide a forum for questions and campus discussions.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611880"/>
            <a:ext cx="3493008" cy="1389888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7" y="3767328"/>
            <a:ext cx="502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FDCDA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67328"/>
            <a:ext cx="2468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Organize requests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233672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Give lost-and-found and service requests a dedicated space.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611880"/>
            <a:ext cx="3493008" cy="1389888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767328"/>
            <a:ext cx="502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FDCDA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3767328"/>
            <a:ext cx="2468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Respect user roles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33672"/>
            <a:ext cx="30632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Keep student, faculty, and admin actions appropriately separated.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04 •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User Roles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The interface presents different options according to the user's role.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584448" cy="35661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64008" cy="3566160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30552"/>
            <a:ext cx="32004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91256" cy="27980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Register and log in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Explore and register for events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View attendance and results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Use forum and lost-and-found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Submit campus service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65960"/>
            <a:ext cx="3584448" cy="35661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965960"/>
            <a:ext cx="64008" cy="3566160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130552"/>
            <a:ext cx="32004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Faculty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24328"/>
            <a:ext cx="3191256" cy="27980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Access faculty options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Manage attendance for students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Support academic communication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Share relevant campus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965960"/>
            <a:ext cx="3584448" cy="35661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965960"/>
            <a:ext cx="64008" cy="3566160"/>
          </a:xfrm>
          <a:prstGeom prst="rect">
            <a:avLst/>
          </a:prstGeom>
          <a:solidFill>
            <a:srgbClr val="5CD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130552"/>
            <a:ext cx="32004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Administrator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624328"/>
            <a:ext cx="3191256" cy="27980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Access administrative functions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Manage announcements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Support overall campus coordination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Help keep information organized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05 •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Main 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Core modules included in the Smart Campus Connect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Student registration and login.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93852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10312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Events &amp;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56032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Browse campus events and register online.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93852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210312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Lost &amp;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56032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Post or explore information about lost items.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7152" y="193852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210312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Discussion Forum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56032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Share questions, ideas, and campus discussions.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3016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79476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25196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Faculty can add attendance; students can view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11296" y="363016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5887" y="379476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Academic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425196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Provide access to academic result information.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63016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379476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Announcements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25196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Publish and view important campus notices.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7152" y="3630168"/>
            <a:ext cx="2578608" cy="13716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3794760"/>
            <a:ext cx="2249424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4F7FF"/>
                </a:solidFill>
                <a:latin typeface="Aptos"/>
              </a:rPr>
              <a:t>Service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4251960"/>
            <a:ext cx="224028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0BED6"/>
                </a:solidFill>
                <a:latin typeface="Aptos"/>
              </a:rPr>
              <a:t>Submit requests for campus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07 •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The public project links confirm a web deployment and a GitHub source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5166360" cy="324612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64008" cy="3246120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47823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Project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4773168" cy="24780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Live website hosted on Netlify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Source code maintained on GitHub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Access through a modern web browser</a:t>
            </a:r>
          </a:p>
          <a:p>
            <a:pPr>
              <a:spcAft>
                <a:spcPts val="1000"/>
              </a:spcAft>
              <a:defRPr sz="1500">
                <a:solidFill>
                  <a:srgbClr val="B0BED6"/>
                </a:solidFill>
                <a:latin typeface="Aptos"/>
              </a:defRPr>
            </a:pPr>
            <a:r>
              <a:t>•  Separate deployment and source-code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166360" cy="324612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64008" cy="3246120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176272"/>
            <a:ext cx="47823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Implementation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670048"/>
            <a:ext cx="4773168" cy="24780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Frontend framework and styling: verify in repository files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Backend/API: verify from project source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Database: verify from configuration and SQL files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Authentication and storage behavior: verify before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08 • ACADEMIC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Attendance &amp; Academic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Academic information is organized around role-specific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5166360" cy="33375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64008" cy="3337560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47823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Attendance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4773168" cy="2569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Faculty records attendance for the relevant subjects.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Attendance entries are organized by subject.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Students can view their attendance information.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Role separation helps prevent student-side attendance entry.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166360" cy="333756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64008" cy="3337560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176272"/>
            <a:ext cx="47823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4F7FF"/>
                </a:solidFill>
                <a:latin typeface="Aptos"/>
              </a:rPr>
              <a:t>Academic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670048"/>
            <a:ext cx="4773168" cy="25694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Students can access result-related information.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Academic details are presented within the campus portal.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A single place can reduce the need to check multiple channels.</a:t>
            </a:r>
          </a:p>
          <a:p>
            <a:pPr>
              <a:spcAft>
                <a:spcPts val="1000"/>
              </a:spcAft>
              <a:defRPr sz="1400">
                <a:solidFill>
                  <a:srgbClr val="B0BED6"/>
                </a:solidFill>
                <a:latin typeface="Aptos"/>
              </a:defRPr>
            </a:pPr>
            <a:r>
              <a:t>•  Data accuracy depends on the information entered by authorized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09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Typical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A simple flow from sign-in to using campus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2715768"/>
            <a:ext cx="438912" cy="438912"/>
          </a:xfrm>
          <a:prstGeom prst="ellipse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7889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80F20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282696"/>
            <a:ext cx="1764792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4F7FF"/>
                </a:solidFill>
                <a:latin typeface="Aptos"/>
              </a:rPr>
              <a:t>Open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85032"/>
            <a:ext cx="1764792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Visit the deployed web 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3136392"/>
            <a:ext cx="274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FDCD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51460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63240" y="2715768"/>
            <a:ext cx="438912" cy="438912"/>
          </a:xfrm>
          <a:prstGeom prst="ellipse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7889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80F20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82696"/>
            <a:ext cx="1764792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4F7FF"/>
                </a:solidFill>
                <a:latin typeface="Aptos"/>
              </a:rPr>
              <a:t>Sign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685032"/>
            <a:ext cx="1764792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Register or log in with the appropriate role.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3136392"/>
            <a:ext cx="274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FDCDA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21224" y="251460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22392" y="2715768"/>
            <a:ext cx="438912" cy="438912"/>
          </a:xfrm>
          <a:prstGeom prst="ellipse">
            <a:avLst/>
          </a:prstGeom>
          <a:solidFill>
            <a:srgbClr val="5CD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27889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80F20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3282696"/>
            <a:ext cx="1764792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4F7FF"/>
                </a:solidFill>
                <a:latin typeface="Aptos"/>
              </a:rPr>
              <a:t>Choose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3685032"/>
            <a:ext cx="1764792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Open events, academics, forum, or services.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136392"/>
            <a:ext cx="274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FDCDA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0376" y="251460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81544" y="2715768"/>
            <a:ext cx="438912" cy="438912"/>
          </a:xfrm>
          <a:prstGeom prst="ellipse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1544" y="27889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80F20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81544" y="3282696"/>
            <a:ext cx="1764792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4F7FF"/>
                </a:solidFill>
                <a:latin typeface="Aptos"/>
              </a:rPr>
              <a:t>Complete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544" y="3685032"/>
            <a:ext cx="1764792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Register, view information, post, or submit a request.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136392"/>
            <a:ext cx="274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3FDCDA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9528" y="251460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0696" y="2715768"/>
            <a:ext cx="438912" cy="438912"/>
          </a:xfrm>
          <a:prstGeom prst="ellipse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0696" y="278892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80F20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6" y="3282696"/>
            <a:ext cx="1764792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4F7FF"/>
                </a:solidFill>
                <a:latin typeface="Aptos"/>
              </a:rPr>
              <a:t>Review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0696" y="3685032"/>
            <a:ext cx="1764792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Return to the portal to view relevant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12 •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Advantages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A centralized portal can improve how students access campus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B0BED6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48840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Convenience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06039"/>
            <a:ext cx="306324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Common services are accessible from one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3127248"/>
            <a:ext cx="502920" cy="41148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96596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2148840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Better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606039"/>
            <a:ext cx="306324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Announcements and discussions have a shared place.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1727" y="3127248"/>
            <a:ext cx="502920" cy="41148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96596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Academic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39"/>
            <a:ext cx="306324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Students can view attendance and result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127248"/>
            <a:ext cx="502920" cy="41148"/>
          </a:xfrm>
          <a:prstGeom prst="rect">
            <a:avLst/>
          </a:prstGeom>
          <a:solidFill>
            <a:srgbClr val="5CD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65760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840480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Student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297680"/>
            <a:ext cx="306324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Event discovery can encourage campus participation.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" y="4818888"/>
            <a:ext cx="502920" cy="41148"/>
          </a:xfrm>
          <a:prstGeom prst="rect">
            <a:avLst/>
          </a:prstGeom>
          <a:solidFill>
            <a:srgbClr val="FFB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59" y="365760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7" y="3840480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Organized 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4297680"/>
            <a:ext cx="306324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Service and lost-item information is easier to manage.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7" y="4818888"/>
            <a:ext cx="502920" cy="41148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02752" y="365760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840480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4F7FF"/>
                </a:solidFill>
                <a:latin typeface="Aptos"/>
              </a:rPr>
              <a:t>Extensibility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97680"/>
            <a:ext cx="306324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B0BED6"/>
                </a:solidFill>
                <a:latin typeface="Aptos"/>
              </a:rPr>
              <a:t>Additional campus features can be added over time.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4818888"/>
            <a:ext cx="502920" cy="41148"/>
          </a:xfrm>
          <a:prstGeom prst="rect">
            <a:avLst/>
          </a:prstGeom>
          <a:solidFill>
            <a:srgbClr val="9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840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3FDCDA"/>
                </a:solidFill>
                <a:latin typeface="Aptos"/>
              </a:rPr>
              <a:t>14 •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4F7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B0BED6"/>
                </a:solidFill>
                <a:latin typeface="Aptos"/>
              </a:rPr>
              <a:t>Smart Campus Connect brings useful campus activities into a single digital destination.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50292"/>
          </a:xfrm>
          <a:prstGeom prst="rect">
            <a:avLst/>
          </a:prstGeom>
          <a:solidFill>
            <a:srgbClr val="3F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51560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1">
                <a:solidFill>
                  <a:srgbClr val="F4F7FF"/>
                </a:solidFill>
                <a:latin typeface="Aptos"/>
              </a:rPr>
              <a:t>One portal. Many campus needs.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7472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3FDCDA"/>
                </a:solidFill>
                <a:latin typeface="Aptos"/>
              </a:rPr>
              <a:t>ACADEMICS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0480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B0BED6"/>
                </a:solidFill>
                <a:latin typeface="Aptos"/>
              </a:rPr>
              <a:t>Attendance •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24612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47472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9674FF"/>
                </a:solidFill>
                <a:latin typeface="Aptos"/>
              </a:rPr>
              <a:t>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40480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B0BED6"/>
                </a:solidFill>
                <a:latin typeface="Aptos"/>
              </a:rPr>
              <a:t>Events • Forum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4612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47472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5CDC9F"/>
                </a:solidFill>
                <a:latin typeface="Aptos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840480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B0BED6"/>
                </a:solidFill>
                <a:latin typeface="Aptos"/>
              </a:rPr>
              <a:t>Lost &amp; Found •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B0BED6"/>
                </a:solidFill>
                <a:latin typeface="Aptos"/>
              </a:rPr>
              <a:t>The project demonstrates how web technology can make campus information and services easier to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44200" cy="5349240"/>
          </a:xfrm>
          <a:prstGeom prst="roundRect">
            <a:avLst>
              <a:gd name="adj" fmla="val 12000"/>
            </a:avLst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2200"/>
              </a:spcAft>
            </a:pPr>
            <a:r>
              <a:rPr sz="3800" b="1">
                <a:solidFill>
                  <a:srgbClr val="F0F8FF"/>
                </a:solidFill>
                <a:latin typeface="Aptos Display"/>
              </a:rPr>
              <a:t>Any Queries?</a:t>
            </a:r>
          </a:p>
          <a:p>
            <a:pPr algn="ctr"/>
            <a:r>
              <a:rPr sz="4200" b="1">
                <a:solidFill>
                  <a:srgbClr val="22D3EE"/>
                </a:solidFill>
                <a:latin typeface="Aptos Display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